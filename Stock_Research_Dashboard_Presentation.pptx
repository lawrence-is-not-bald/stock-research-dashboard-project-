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396b97ea744e61" /><Relationship Type="http://schemas.openxmlformats.org/officeDocument/2006/relationships/extended-properties" Target="/docProps/app.xml" Id="R53c1275cf0bc40f1" /><Relationship Type="http://schemas.openxmlformats.org/officeDocument/2006/relationships/officeDocument" Target="/ppt/presentation.xml" Id="R4e5d5325ee0a4c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969e5aeb914750"/>
  </p:sldMasterIdLst>
  <p:notesMasterIdLst>
    <p:notesMasterId xmlns:r="http://schemas.openxmlformats.org/officeDocument/2006/relationships" r:id="R2f919df3cb35426b"/>
  </p:notesMasterIdLst>
  <p:sldIdLst>
    <p:sldId xmlns:r="http://schemas.openxmlformats.org/officeDocument/2006/relationships" id="256" r:id="R93be28e2475b449c"/>
    <p:sldId xmlns:r="http://schemas.openxmlformats.org/officeDocument/2006/relationships" id="257" r:id="R540b910882734c32"/>
    <p:sldId xmlns:r="http://schemas.openxmlformats.org/officeDocument/2006/relationships" id="258" r:id="R4c74340f7c754da8"/>
    <p:sldId xmlns:r="http://schemas.openxmlformats.org/officeDocument/2006/relationships" id="259" r:id="R2c5f9b01545c4dcf"/>
    <p:sldId xmlns:r="http://schemas.openxmlformats.org/officeDocument/2006/relationships" id="260" r:id="R304b2d539b66492d"/>
    <p:sldId xmlns:r="http://schemas.openxmlformats.org/officeDocument/2006/relationships" id="261" r:id="R5b9029b706d14354"/>
    <p:sldId xmlns:r="http://schemas.openxmlformats.org/officeDocument/2006/relationships" id="262" r:id="Rb8a0629736c24069"/>
    <p:sldId xmlns:r="http://schemas.openxmlformats.org/officeDocument/2006/relationships" id="263" r:id="Rdc18affcebe44300"/>
    <p:sldId xmlns:r="http://schemas.openxmlformats.org/officeDocument/2006/relationships" id="264" r:id="Rfb03f095889a4be3"/>
    <p:sldId xmlns:r="http://schemas.openxmlformats.org/officeDocument/2006/relationships" id="265" r:id="R47536dd75cc64a8e"/>
    <p:sldId xmlns:r="http://schemas.openxmlformats.org/officeDocument/2006/relationships" id="266" r:id="Ra323b22958e64ba5"/>
    <p:sldId xmlns:r="http://schemas.openxmlformats.org/officeDocument/2006/relationships" id="267" r:id="R400e9dc6e9f845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6c88b0397647d7" /><Relationship Type="http://schemas.openxmlformats.org/officeDocument/2006/relationships/slideMaster" Target="/ppt/slideMasters/slideMaster1.xml" Id="R9e969e5aeb914750" /><Relationship Type="http://schemas.openxmlformats.org/officeDocument/2006/relationships/notesMaster" Target="/ppt/notesMasters/notesMaster1.xml" Id="R2f919df3cb35426b" /><Relationship Type="http://schemas.openxmlformats.org/officeDocument/2006/relationships/presProps" Target="/ppt/presProps.xml" Id="R14e9a5bb64ea4b7e" /><Relationship Type="http://schemas.openxmlformats.org/officeDocument/2006/relationships/tableStyles" Target="/ppt/tableStyles.xml" Id="R0f08c07ece324383" /><Relationship Type="http://schemas.openxmlformats.org/officeDocument/2006/relationships/slide" Target="/ppt/slides/slide1.xml" Id="R93be28e2475b449c" /><Relationship Type="http://schemas.openxmlformats.org/officeDocument/2006/relationships/slide" Target="/ppt/slides/slide2.xml" Id="R540b910882734c32" /><Relationship Type="http://schemas.openxmlformats.org/officeDocument/2006/relationships/slide" Target="/ppt/slides/slide3.xml" Id="R4c74340f7c754da8" /><Relationship Type="http://schemas.openxmlformats.org/officeDocument/2006/relationships/slide" Target="/ppt/slides/slide4.xml" Id="R2c5f9b01545c4dcf" /><Relationship Type="http://schemas.openxmlformats.org/officeDocument/2006/relationships/slide" Target="/ppt/slides/slide5.xml" Id="R304b2d539b66492d" /><Relationship Type="http://schemas.openxmlformats.org/officeDocument/2006/relationships/slide" Target="/ppt/slides/slide6.xml" Id="R5b9029b706d14354" /><Relationship Type="http://schemas.openxmlformats.org/officeDocument/2006/relationships/slide" Target="/ppt/slides/slide7.xml" Id="Rb8a0629736c24069" /><Relationship Type="http://schemas.openxmlformats.org/officeDocument/2006/relationships/slide" Target="/ppt/slides/slide8.xml" Id="Rdc18affcebe44300" /><Relationship Type="http://schemas.openxmlformats.org/officeDocument/2006/relationships/slide" Target="/ppt/slides/slide9.xml" Id="Rfb03f095889a4be3" /><Relationship Type="http://schemas.openxmlformats.org/officeDocument/2006/relationships/slide" Target="/ppt/slides/slide10.xml" Id="R47536dd75cc64a8e" /><Relationship Type="http://schemas.openxmlformats.org/officeDocument/2006/relationships/slide" Target="/ppt/slides/slide11.xml" Id="Ra323b22958e64ba5" /><Relationship Type="http://schemas.openxmlformats.org/officeDocument/2006/relationships/slide" Target="/ppt/slides/slide12.xml" Id="R400e9dc6e9f845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eab8e75c10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a51e218e0c40de" /><Relationship Type="http://schemas.openxmlformats.org/officeDocument/2006/relationships/notesMaster" Target="/ppt/notesMasters/notesMaster1.xml" Id="R7d7af79b8f13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959857971d48f3" /><Relationship Type="http://schemas.openxmlformats.org/officeDocument/2006/relationships/notesMaster" Target="/ppt/notesMasters/notesMaster1.xml" Id="R90cc4ce1196840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fe64c2f3d648a8" /><Relationship Type="http://schemas.openxmlformats.org/officeDocument/2006/relationships/notesMaster" Target="/ppt/notesMasters/notesMaster1.xml" Id="R2b89de24505a40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a071d7f45b4ea7" /><Relationship Type="http://schemas.openxmlformats.org/officeDocument/2006/relationships/notesMaster" Target="/ppt/notesMasters/notesMaster1.xml" Id="Rf396beb2213543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dd5ae8c404ec1" /><Relationship Type="http://schemas.openxmlformats.org/officeDocument/2006/relationships/notesMaster" Target="/ppt/notesMasters/notesMaster1.xml" Id="R69a7d41560014c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0627cd90f24f34" /><Relationship Type="http://schemas.openxmlformats.org/officeDocument/2006/relationships/notesMaster" Target="/ppt/notesMasters/notesMaster1.xml" Id="Re71bdf875fa142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e8dec9b1f74cdd" /><Relationship Type="http://schemas.openxmlformats.org/officeDocument/2006/relationships/notesMaster" Target="/ppt/notesMasters/notesMaster1.xml" Id="Ra3e9b6d0eeba4a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0a450fc46c4d0b" /><Relationship Type="http://schemas.openxmlformats.org/officeDocument/2006/relationships/notesMaster" Target="/ppt/notesMasters/notesMaster1.xml" Id="R39ae3df10bf341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ca75f56f9a4785" /><Relationship Type="http://schemas.openxmlformats.org/officeDocument/2006/relationships/notesMaster" Target="/ppt/notesMasters/notesMaster1.xml" Id="R001bc9e4cb7844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bd0940c616464f" /><Relationship Type="http://schemas.openxmlformats.org/officeDocument/2006/relationships/notesMaster" Target="/ppt/notesMasters/notesMaster1.xml" Id="Re1284c5f7f0f4b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9ef032ff314f95" /><Relationship Type="http://schemas.openxmlformats.org/officeDocument/2006/relationships/notesMaster" Target="/ppt/notesMasters/notesMaster1.xml" Id="Re635d1c2ecfa42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427029b075452f" /><Relationship Type="http://schemas.openxmlformats.org/officeDocument/2006/relationships/notesMaster" Target="/ppt/notesMasters/notesMaster1.xml" Id="R1f41a266bbfb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c2437b3144b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6b7db8e1854f6d" /><Relationship Type="http://schemas.openxmlformats.org/officeDocument/2006/relationships/slideLayout" Target="/ppt/slideLayouts/slideLayout1.xml" Id="Rb06adf3780764a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6adf378076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9344ca3364bef" /><Relationship Type="http://schemas.openxmlformats.org/officeDocument/2006/relationships/notesSlide" Target="/ppt/notesSlides/notesSlide1.xml" Id="R7278379b746d4e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00ab9e9934635" /><Relationship Type="http://schemas.openxmlformats.org/officeDocument/2006/relationships/notesSlide" Target="/ppt/notesSlides/notesSlide2.xml" Id="R00a79a6f46124d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d7deb1a214ebf" /><Relationship Type="http://schemas.openxmlformats.org/officeDocument/2006/relationships/notesSlide" Target="/ppt/notesSlides/notesSlide3.xml" Id="Rbc37a50fac4c40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d3bc2578c41e5" /><Relationship Type="http://schemas.openxmlformats.org/officeDocument/2006/relationships/notesSlide" Target="/ppt/notesSlides/notesSlide4.xml" Id="Rdad79111699f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e0042cc414218" /><Relationship Type="http://schemas.openxmlformats.org/officeDocument/2006/relationships/notesSlide" Target="/ppt/notesSlides/notesSlide5.xml" Id="R03510d4c6ef44a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c0a11be52424d" /><Relationship Type="http://schemas.openxmlformats.org/officeDocument/2006/relationships/notesSlide" Target="/ppt/notesSlides/notesSlide6.xml" Id="R4d72b793c4b345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ee6beafad4056" /><Relationship Type="http://schemas.openxmlformats.org/officeDocument/2006/relationships/notesSlide" Target="/ppt/notesSlides/notesSlide7.xml" Id="R85339c4bb9d64f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aa45195a24462" /><Relationship Type="http://schemas.openxmlformats.org/officeDocument/2006/relationships/notesSlide" Target="/ppt/notesSlides/notesSlide8.xml" Id="R6e8605ec63c447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cdd51e88e4a96" /><Relationship Type="http://schemas.openxmlformats.org/officeDocument/2006/relationships/notesSlide" Target="/ppt/notesSlides/notesSlide9.xml" Id="R1666f94a4e7a4a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4fa33d3b34e40" /><Relationship Type="http://schemas.openxmlformats.org/officeDocument/2006/relationships/notesSlide" Target="/ppt/notesSlides/notesSlide10.xml" Id="R4f114844f0c242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8703ecd2e44f6" /><Relationship Type="http://schemas.openxmlformats.org/officeDocument/2006/relationships/notesSlide" Target="/ppt/notesSlides/notesSlide11.xml" Id="R899907b509d74f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176170cc64d94" /><Relationship Type="http://schemas.openxmlformats.org/officeDocument/2006/relationships/notesSlide" Target="/ppt/notesSlides/notesSlide12.xml" Id="R744fc3ba8f824f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2A6A3-9B7F-4E0D-8629-9143EEBD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11827"/>
                </a:solidFill>
              </a:defRPr>
            </a:pPr>
            <a:r>
              <a:rPr sz="5700" b="1" i="0">
                <a:solidFill>
                  <a:srgbClr val="111827"/>
                </a:solidFill>
              </a:rPr>
              <a:t>Stock Research</a:t>
            </a:r>
          </a:p>
          <a:p xmlns:a="http://schemas.openxmlformats.org/drawingml/2006/main">
            <a:pPr algn="l">
              <a:defRPr sz="5700" b="1" i="0">
                <a:solidFill>
                  <a:srgbClr val="111827"/>
                </a:solidFill>
              </a:defRPr>
            </a:pPr>
            <a:r>
              <a:rPr sz="5700" b="1" i="0">
                <a:solidFill>
                  <a:srgbClr val="111827"/>
                </a:solidFill>
              </a:rPr>
              <a:t>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EB951-77D5-45E1-AE53-4C0FB790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4B5563"/>
                </a:solidFill>
              </a:defRPr>
            </a:pPr>
            <a:r>
              <a:rPr sz="1875" b="0" i="0">
                <a:solidFill>
                  <a:srgbClr val="4B5563"/>
                </a:solidFill>
              </a:rPr>
              <a:t>A beginner-friendly website for comparing Apple, Nvidia, and Costco using local stock data, charts, financial metrics, and AI-assisted explanations.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05D8A-9DE4-4177-8230-8793C92F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47750"/>
            <a:ext cx="2914650" cy="39052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22D5D-64B9-469D-B1A3-936DFBEE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09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Built with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F364B-E757-4FEE-84BD-FCB31561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47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7A0A8-F347-42F3-B7BA-C74940FB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5262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HTML for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5832B-64E1-4A0E-9086-A3185D8A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5F2CA-83FC-4765-AF6E-1CEB25CB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0982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CSS for 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43C3C-9E9F-4E0D-9520-4ECF89E4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62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3DB36-C5B4-48C3-9D27-B10D4EDD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6702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JavaScript for 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9D972-D4A3-4C8F-B1B4-50EE17AB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42B2A-3DCE-47D0-8662-DE6535CA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2422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JSON for saved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6664F-67B6-484B-9D3C-2EAA86B1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3D2BA-3517-49F9-BD11-03167C11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78142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Python for downloads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EAEA6-FEA7-462B-B9DC-92E0CBBF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1984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56454-EB84-4D13-8DAB-1B375C0E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The project turns stock data into a website I can learn from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2ECB1-4ECC-4A3C-BCDF-8B91ABEF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The goal was not just to display numbers, but to understand what the numbers mean.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5F326-2AE8-44D0-849C-5F57AE87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4D927-9170-4B07-90B3-0FEDE71F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1C259-3116-4175-BEF0-7D16043F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563EB"/>
                </a:solidFill>
              </a:defRPr>
            </a:pPr>
            <a:r>
              <a:rPr sz="3900" b="1" i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370E6-3E2E-4361-BDB5-299C2E8E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B5563"/>
                </a:solidFill>
              </a:defRPr>
            </a:pPr>
            <a:r>
              <a:rPr sz="1350" b="1" i="0">
                <a:solidFill>
                  <a:srgbClr val="4B5563"/>
                </a:solidFill>
              </a:rPr>
              <a:t>companies shown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ECAAD-6829-4D76-B187-4F2F2C18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F8A5F"/>
                </a:solidFill>
              </a:defRPr>
            </a:pPr>
            <a:r>
              <a:rPr sz="3900" b="1" i="0">
                <a:solidFill>
                  <a:srgbClr val="0F8A5F"/>
                </a:solidFill>
              </a:rPr>
              <a:t>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585F6-36F6-4DCE-9FA8-EA76862C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B5563"/>
                </a:solidFill>
              </a:defRPr>
            </a:pPr>
            <a:r>
              <a:rPr sz="1350" b="1" i="0">
                <a:solidFill>
                  <a:srgbClr val="4B5563"/>
                </a:solidFill>
              </a:rPr>
              <a:t>chart ranges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0629C-0EB4-4298-A1F2-A9716EB6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B7791F"/>
                </a:solidFill>
              </a:defRPr>
            </a:pPr>
            <a:r>
              <a:rPr sz="3900" b="1" i="0">
                <a:solidFill>
                  <a:srgbClr val="B7791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E6FF2-1A2D-4ACD-A938-347935C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B5563"/>
                </a:solidFill>
              </a:defRPr>
            </a:pPr>
            <a:r>
              <a:rPr sz="1350" b="1" i="0">
                <a:solidFill>
                  <a:srgbClr val="4B5563"/>
                </a:solidFill>
              </a:rPr>
              <a:t>local API key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ADFAC-9559-4A61-A0BC-900F569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The dashboard compares AAPL, NVDA, and COST with daily prices, company cards, financial terms, user notes, and AI-style summaries.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86209-0E8C-43B7-BC05-EBAB5C7E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It is an educational tool, not investment advice.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4A841-686E-4EB4-873A-C8A03A38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9251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029166-C8AE-4CB2-8A1D-A726FA3D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I built it to learn finance and coding at the same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5E713-1561-4EF7-81BE-57FB045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The research came first so I could check what the AI produced instead of trusting it blindly.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AFD6E-D70E-46CF-BC3A-D67AD027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755B6-922B-45F0-9245-82BE6277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16E92-A569-4E6E-BCC8-17E5DD5E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953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60B2D-EDFF-4118-8863-2A5C5CF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Why I started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4F0DF-82FA-45EF-908D-44F5140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49623-3A3A-4FE4-BCEF-DA4312A1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Learn stock vocabulary by using it in a real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8DB97-BC13-400D-9D2A-041AA4D8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E2828-018C-4665-8D61-278973E7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1950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Practice reading data instead of only reading definitions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2F54D-1212-4359-B434-1D1B677A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E7C7D-4010-4E42-9FEE-58426A8A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Build something interactive that people could actually 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2E271-B1ED-4EF9-96F5-57D7D37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4953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AA625-F36F-4DFD-AD22-5960F1E9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F8A5F"/>
                </a:solidFill>
              </a:defRPr>
            </a:pPr>
            <a:r>
              <a:rPr sz="2100" b="1" i="0">
                <a:solidFill>
                  <a:srgbClr val="0F8A5F"/>
                </a:solidFill>
              </a:rPr>
              <a:t>How AI helped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3BA0C-77EC-470D-A56E-50206CAE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F7ED3-A8CE-45AE-AC45-D90471DB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Explained confusing financial words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22119-427A-4926-8F9B-08FD4BEA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10242-E784-4E8C-B135-20A2F27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Helped turn ideas into HTML, CSS, and JavaScript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BA593-59EC-4CF4-B8C3-0D69AC7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796ED-19BD-4A27-96EA-B82EB5EB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Helped me add features after I understood the purpose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8C40D-7224-45EB-882B-5627124C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71029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4650F2-D791-4C1F-92A7-BFED1A4B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The architecture has four simple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B6378-FC0B-4DDF-88F5-87060A74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Each layer has a job, and together they create the dashboard experience.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41B88-1B60-4104-9BD4-503A6987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98C67-9023-4C4F-9888-C7812AFF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F67BF-FB43-4DD0-A272-5B4F0056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4CFB0-705B-4AC5-BC0B-C434DB07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1.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06106-0AAA-4511-B7BE-5BF4233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EODHD provides price data for each ticker.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796CB-CC12-4D49-BC7A-9BD8313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62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7280"/>
                </a:solidFill>
              </a:defRPr>
            </a:pPr>
            <a:r>
              <a:rPr sz="165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82843-E1AF-49E2-960F-B9AE3837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702C2-8650-4020-B9BA-810A2AA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791F"/>
                </a:solidFill>
              </a:defRPr>
            </a:pPr>
            <a:r>
              <a:rPr sz="1350" b="1" i="0">
                <a:solidFill>
                  <a:srgbClr val="B7791F"/>
                </a:solidFill>
              </a:rPr>
              <a:t>2. 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9DAD3-FFA2-49B5-89E8-F2BB66C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24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A script downloads and saves the data locally.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3D337-598A-4297-9EA9-97622332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7280"/>
                </a:solidFill>
              </a:defRPr>
            </a:pPr>
            <a:r>
              <a:rPr sz="165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8E310-85EF-4B1D-B1E5-955AA9C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B7075-9929-4CF2-9DA4-6DC3C998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432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8A5F"/>
                </a:solidFill>
              </a:defRPr>
            </a:pPr>
            <a:r>
              <a:rPr sz="1350" b="1" i="0">
                <a:solidFill>
                  <a:srgbClr val="0F8A5F"/>
                </a:solidFill>
              </a:rPr>
              <a:t>3.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91D53-F73B-434F-A1E8-B0E0EB33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The saved files hold dates, close prices, volume, and metrics.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C7E75-7249-4D1E-8BAF-7BCB79E4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7280"/>
                </a:solidFill>
              </a:defRPr>
            </a:pPr>
            <a:r>
              <a:rPr sz="165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3B1C7-30E2-4F08-B2A9-7BE4B141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7DEBF-B5B3-4028-8CD9-44580E03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4. Website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087EA-6C97-42F1-B004-CEEEECEB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HTML, CSS, and JavaScript display cards and charts.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9D6C2-B039-441A-BF43-D33AF68E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62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7280"/>
                </a:solidFill>
              </a:defRPr>
            </a:pPr>
            <a:r>
              <a:rPr sz="165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DF23D-FAC7-4FF9-B95E-2183D0CB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E6FAC-FEDE-4D5D-A01C-44031FD7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432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2410C"/>
                </a:solidFill>
              </a:defRPr>
            </a:pPr>
            <a:r>
              <a:rPr sz="1350" b="1" i="0">
                <a:solidFill>
                  <a:srgbClr val="C2410C"/>
                </a:solidFill>
              </a:rPr>
              <a:t>5. 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0CA7D-5EBB-4E81-8879-7F75E2D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24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User ideas and AI-style reviews help explain the result.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D3120-710B-490F-B83C-B9F233E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.env stays local and private. The website reads data files, but the secret token should not be uploaded to GitHub.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00846-A6B0-44AE-9C57-5F125B15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0401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053E7-CA5D-4E77-A887-80127D81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My workflow mixed research, prompting, and fact-checking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D4AC-4A02-4067-B4BA-CDFEB4BF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The AI did a lot of coding help, but the project still needed my research and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C172E-C021-4686-91F8-79573F03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57A4E-4F68-4473-B8C8-EDC4FD1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CC361-3DCF-4813-A987-B532FC9E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448D9-03F9-44BA-8A54-C370FBEE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33E52-1B36-4616-93ED-85AA15B6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Collect stock data and vocabulary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7CF61-8982-4568-9FC4-73C5BDBD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7280"/>
                </a:solidFill>
              </a:defRPr>
            </a:pPr>
            <a:r>
              <a:rPr sz="165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DA782-8D08-4976-A60F-F275C335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030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D4B5D-03B1-4F8F-A999-E41B67D6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Understand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4DC74-F117-4EE9-BCAA-A3D52382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527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Ask ChatGPT to explain unfamiliar terms.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5D384-4976-41B6-8D9D-72A0D819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7280"/>
                </a:solidFill>
              </a:defRPr>
            </a:pPr>
            <a:r>
              <a:rPr sz="165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C27B9-4E2B-4D77-B625-D43E702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57AF4-ACAA-42E5-A8AA-A9E9BAD9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FCE3B-E672-425D-A33B-3F1E2620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Ask AI to build small pieces of the site.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0F27A-71AC-49F2-9260-808B79C9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7280"/>
                </a:solidFill>
              </a:defRPr>
            </a:pPr>
            <a:r>
              <a:rPr sz="165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13D84-19A7-4C76-B4D1-FEFCEDA3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0030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3FA9A-28E3-42AD-82DD-ABFE77A2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Improve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A68F3-3CC6-42E5-9D07-A251E6B1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Add features that make the site more useful.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35541-F8FA-4536-8361-A57BE326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7280"/>
                </a:solidFill>
              </a:defRPr>
            </a:pPr>
            <a:r>
              <a:rPr sz="1650" b="1" i="0">
                <a:solidFill>
                  <a:srgbClr val="6B7280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0CBCD-EDBC-44C2-B3C6-840858E9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2019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9334A-2094-48DF-8FB1-4500EA25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220BC-C20E-4547-8ACF-BEF58416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563"/>
                </a:solidFill>
              </a:defRPr>
            </a:pPr>
            <a:r>
              <a:rPr sz="1275" b="0" i="0">
                <a:solidFill>
                  <a:srgbClr val="4B5563"/>
                </a:solidFill>
              </a:rPr>
              <a:t>Compare the output with what I learned.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EC90E8-181C-4162-9992-E05A4DE9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This made the process easier than writing everything from scratch, but I still had to know enough to notice mistakes and ask better questions.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8F7FB-1229-4491-BA6A-0BB44FE6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5982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B28394-8782-41FE-9FC1-E186BEF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The code is split into files with clear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04972-C70B-42D3-9BBF-5093D6B3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This helped me understand the project one piece at a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D46A1-892B-4945-8088-FEA86DF5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CA01B-1400-4611-AE78-75DFA2E5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D2E1E-B9E5-4C48-BE86-9E7BA1B0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2E797-E1EA-4B0C-A02F-D60944AF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index.html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5CF42-CC16-410B-85B5-0AF7F502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Creates the page structure and sections the browser displays.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A40CF-5B13-4DF5-ADD4-3ED0BC62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A4970-D4A8-459C-9B52-67845572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style.css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82BDF-979B-47B4-B89C-8175A202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Controls colors, spacing, fonts, cards, animations, and layout.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F3753-66B1-43BF-89B0-315A0CC6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47FBD-2E4A-4BE6-B07A-B7DEBD3B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app.js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0F1A9-1ED1-4062-B8BC-C3865C1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Loads data, builds charts, handles buttons, notes, summaries, and interactions.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B45F3-60CF-4FA3-B4E0-A9AD5F2F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5F109-E7FB-4249-A09F-09FC3D7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data/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2E955-ABF3-443E-8634-BA580843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Stores local JSON and JavaScript data files for stocks and metrics.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68A7F-9C76-4A44-9190-725739C3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B2452-3F4A-45B3-8634-6A5FDAE6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scripts/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BDCB9-8E9F-4755-978C-DBED8DFE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Keeps Python scripts used to download or refresh market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34924-D1CD-4CAB-9340-B3A44BC8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39AD7-F8D6-4494-9059-E69AA49A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2410C"/>
                </a:solidFill>
              </a:defRPr>
            </a:pPr>
            <a:r>
              <a:rPr sz="1725" b="1" i="0">
                <a:solidFill>
                  <a:srgbClr val="C2410C"/>
                </a:solidFill>
              </a:rPr>
              <a:t>.env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31FFD-2CE0-4E86-AB76-9787C42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Stores the private EODHD token locally and should never be published.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A7A24-EF60-4C0E-B177-AA02FE30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50994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2D176-196B-4964-B6B5-B835E9C4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JSON is the bridge between raw data and the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55C6A-194A-4E74-9D85-41F5935F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The part I understand best is how saved data becomes visible information.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38933-4CFF-405F-AAD2-F5AA39D4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DCBD-2D3A-46D8-A523-66888875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49FA4-7853-4F4C-943D-47136577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4905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FA4CE-5206-4E73-910C-4132A9A4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5E7EB"/>
                </a:solidFill>
              </a:defRPr>
            </a:pPr>
            <a:r>
              <a:rPr sz="1725" b="0" i="0">
                <a:solidFill>
                  <a:srgbClr val="E5E7EB"/>
                </a:solidFill>
              </a:rPr>
              <a:t>{</a:t>
            </a:r>
          </a:p>
          <a:p xmlns:a="http://schemas.openxmlformats.org/drawingml/2006/main">
            <a:pPr algn="l">
              <a:defRPr sz="1725" b="0" i="0">
                <a:solidFill>
                  <a:srgbClr val="E5E7EB"/>
                </a:solidFill>
              </a:defRPr>
            </a:pPr>
            <a:r>
              <a:rPr sz="1725" b="0" i="0">
                <a:solidFill>
                  <a:srgbClr val="E5E7EB"/>
                </a:solidFill>
              </a:rPr>
              <a:t>  "date": "2026-06-12",</a:t>
            </a:r>
          </a:p>
          <a:p xmlns:a="http://schemas.openxmlformats.org/drawingml/2006/main">
            <a:pPr algn="l">
              <a:defRPr sz="1725" b="0" i="0">
                <a:solidFill>
                  <a:srgbClr val="E5E7EB"/>
                </a:solidFill>
              </a:defRPr>
            </a:pPr>
            <a:r>
              <a:rPr sz="1725" b="0" i="0">
                <a:solidFill>
                  <a:srgbClr val="E5E7EB"/>
                </a:solidFill>
              </a:rPr>
              <a:t>  "open": 198.50,</a:t>
            </a:r>
          </a:p>
          <a:p xmlns:a="http://schemas.openxmlformats.org/drawingml/2006/main">
            <a:pPr algn="l">
              <a:defRPr sz="1725" b="0" i="0">
                <a:solidFill>
                  <a:srgbClr val="E5E7EB"/>
                </a:solidFill>
              </a:defRPr>
            </a:pPr>
            <a:r>
              <a:rPr sz="1725" b="0" i="0">
                <a:solidFill>
                  <a:srgbClr val="E5E7EB"/>
                </a:solidFill>
              </a:rPr>
              <a:t>  "high": 201.20,</a:t>
            </a:r>
          </a:p>
          <a:p xmlns:a="http://schemas.openxmlformats.org/drawingml/2006/main">
            <a:pPr algn="l">
              <a:defRPr sz="1725" b="0" i="0">
                <a:solidFill>
                  <a:srgbClr val="E5E7EB"/>
                </a:solidFill>
              </a:defRPr>
            </a:pPr>
            <a:r>
              <a:rPr sz="1725" b="0" i="0">
                <a:solidFill>
                  <a:srgbClr val="E5E7EB"/>
                </a:solidFill>
              </a:rPr>
              <a:t>  "low": 197.80,</a:t>
            </a:r>
          </a:p>
          <a:p xmlns:a="http://schemas.openxmlformats.org/drawingml/2006/main">
            <a:pPr algn="l">
              <a:defRPr sz="1725" b="0" i="0">
                <a:solidFill>
                  <a:srgbClr val="E5E7EB"/>
                </a:solidFill>
              </a:defRPr>
            </a:pPr>
            <a:r>
              <a:rPr sz="1725" b="0" i="0">
                <a:solidFill>
                  <a:srgbClr val="E5E7EB"/>
                </a:solidFill>
              </a:rPr>
              <a:t>  "close": 200.10,</a:t>
            </a:r>
          </a:p>
          <a:p xmlns:a="http://schemas.openxmlformats.org/drawingml/2006/main">
            <a:pPr algn="l">
              <a:defRPr sz="1725" b="0" i="0">
                <a:solidFill>
                  <a:srgbClr val="E5E7EB"/>
                </a:solidFill>
              </a:defRPr>
            </a:pPr>
            <a:r>
              <a:rPr sz="1725" b="0" i="0">
                <a:solidFill>
                  <a:srgbClr val="E5E7EB"/>
                </a:solidFill>
              </a:rPr>
              <a:t>  "volume": 52300000</a:t>
            </a:r>
          </a:p>
          <a:p xmlns:a="http://schemas.openxmlformats.org/drawingml/2006/main">
            <a:pPr algn="l">
              <a:defRPr sz="1725" b="0" i="0">
                <a:solidFill>
                  <a:srgbClr val="E5E7EB"/>
                </a:solidFill>
              </a:defRPr>
            </a:pPr>
            <a:r>
              <a:rPr sz="1725" b="0" i="0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2E609-5C4A-4626-B061-F32C23EC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4381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D9B39-F837-4A70-9D5B-F439707E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955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F8A5F"/>
                </a:solidFill>
              </a:defRPr>
            </a:pPr>
            <a:r>
              <a:rPr sz="2250" b="1" i="0">
                <a:solidFill>
                  <a:srgbClr val="0F8A5F"/>
                </a:solidFill>
              </a:rPr>
              <a:t>What it means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E6EFC-9AE7-4880-9F61-70474E3B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1068B-0A47-4B28-B592-7BC5D8E7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Each object is one trading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C2357-2C00-4578-BC1B-D5D484A2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29F80-89CA-4E3D-8467-ED3C802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The close price becomes a chart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55731-4635-451B-855C-5B6D6DD3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1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C399D-CAD1-4FCB-A817-E0D3EFE0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195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Volume shows how many shares traded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47CB1-5E8B-42C4-9C27-4B57A2DA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72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DF893-DF79-42E0-8260-896F8169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767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JavaScript loops through the 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58EAF-0030-489C-8B75-80DFA61D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4849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314D34-74E6-4941-907C-E71111C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The dashboard focuses on a few useful financial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A4203-08BA-4EF9-9EC3-E71D2451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I chose metrics that beginners see often when researching a stock.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28D0C-5318-4318-93ED-DDA91FA2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8D334-4F7B-4432-B808-3866AE45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8128F-A1B3-4A5E-B1E8-1D456B53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9EA73-3442-431E-921E-CEBB82C5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Close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121A3-6C2B-4EEE-85C7-F1F008C2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B5563"/>
                </a:solidFill>
              </a:defRPr>
            </a:pPr>
            <a:r>
              <a:rPr sz="1425" b="0" i="0">
                <a:solidFill>
                  <a:srgbClr val="4B5563"/>
                </a:solidFill>
              </a:rPr>
              <a:t>The final traded price for a day.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8BA3F-AF51-4647-B755-5AA90E8C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2DA60-E5AE-465C-B115-6D83CAFA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9B31E-1DFA-40E0-889D-75790560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B5563"/>
                </a:solidFill>
              </a:defRPr>
            </a:pPr>
            <a:r>
              <a:rPr sz="1425" b="0" i="0">
                <a:solidFill>
                  <a:srgbClr val="4B5563"/>
                </a:solidFill>
              </a:rPr>
              <a:t>How much money the company brings 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EEC7F-0FA2-4F35-B698-9373B195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93AED-0645-43B8-9B5A-46FB4F6C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Net income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755A1-9A37-49AE-9FF5-7D7E35DE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B5563"/>
                </a:solidFill>
              </a:defRPr>
            </a:pPr>
            <a:r>
              <a:rPr sz="1425" b="0" i="0">
                <a:solidFill>
                  <a:srgbClr val="4B5563"/>
                </a:solidFill>
              </a:rPr>
              <a:t>Profit after expenses and taxes.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765DA-7320-4A47-8E16-020A0B1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548B0-2D8C-49B4-9A4B-4CD2E97F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Market cap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5BD54-500E-43F2-8CBD-18C6D62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B5563"/>
                </a:solidFill>
              </a:defRPr>
            </a:pPr>
            <a:r>
              <a:rPr sz="1425" b="0" i="0">
                <a:solidFill>
                  <a:srgbClr val="4B5563"/>
                </a:solidFill>
              </a:rPr>
              <a:t>The market value of the company.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9BAB2-4CF0-418E-A1E4-118332DB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671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EA78B-3398-4BF8-BCF3-61E34E4B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76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P/E ratio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D29F5-CE8A-4E48-8621-1DC48041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B5563"/>
                </a:solidFill>
              </a:defRPr>
            </a:pPr>
            <a:r>
              <a:rPr sz="1425" b="0" i="0">
                <a:solidFill>
                  <a:srgbClr val="4B5563"/>
                </a:solidFill>
              </a:rPr>
              <a:t>Price compared with earnings.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98B4C-EE75-4D52-936F-941E1253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7F0CA-4CC5-4F04-A302-8D7CCA77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76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Volume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FEE89-7F83-488D-9065-BCDCCFDB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B5563"/>
                </a:solidFill>
              </a:defRPr>
            </a:pPr>
            <a:r>
              <a:rPr sz="1425" b="0" i="0">
                <a:solidFill>
                  <a:srgbClr val="4B5563"/>
                </a:solidFill>
              </a:rPr>
              <a:t>How much trading happened that day.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F0213-7A0D-4CEE-B8AB-32E1A2DC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25255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87E93-5A76-4A5D-A8F0-B52437EE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The interface is designed to make research feel interactive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19E41-D477-4768-9BD2-C43F673D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The website is not just a static report; it lets the user explore and write ideas.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92869-5BC6-480D-8ACE-B0E90EC7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8A01E-13C5-41C1-9B91-B2D0C985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728B5-76E5-4A72-8B86-857BB967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B2EB8-1E75-401E-BBA7-942AED92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6908C-0594-4CC7-B80C-4C6A83F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93839-E838-44C1-8443-B29D83A4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Company cards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AF427-187A-4BBE-9388-A477B12A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6758F-6A4B-41F8-8F33-726F9DB6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Ticker and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88335-7C7C-4505-A3E6-7B2A4487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25837-DFE8-4C9F-92D3-3C964462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Latest close 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997D7-B68B-46F8-B746-C4A330BC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A1CE9-1E8E-4435-91B3-4F9D6931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Revenue, income, market cap, P/E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D2832-2E4A-4D8F-930D-7DA9E166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F8A5F"/>
                </a:solidFill>
              </a:defRPr>
            </a:pPr>
            <a:r>
              <a:rPr sz="2175" b="1" i="0">
                <a:solidFill>
                  <a:srgbClr val="0F8A5F"/>
                </a:solidFill>
              </a:rPr>
              <a:t>Chart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D127D-5B5C-4060-98A8-77DDBA75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F7D3D-72E6-4DE4-976C-D9B0246F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242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1D through Max ranges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39EC6-0AED-4D05-BDBC-B0D1C600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0FC39-1551-4084-A3C6-738ED7B4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814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Smooth up/down arrows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0664A-6A47-4218-8480-C50A7240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1840E-666F-4978-9BE2-2DEEFC40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Green and red movement effects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3A7DE-8192-4EBD-8B53-3C7FD954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Thinking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DE076B-4E54-45B4-8863-799AA051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443A0A-B78A-49BE-A48B-7F007D76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User ideas section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C33EE-43CC-4D2F-BCF3-F30CFCE3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C5FC5-B142-463A-8F01-7C2E4989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814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Pros and cons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5CE367-41CB-4EF0-868E-6D7D4EDD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BFB177-1A82-4742-9EF0-DF151985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38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Quick and long summaries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2F7A90-AA53-4BE0-A136-74F83C98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21249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460A58-0984-42D1-B039-4CF12DF2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The AI layer is a helper, not the final authority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69C8E-5D70-436C-B22A-5F5722EC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It can explain, summarize, and review ideas, but the user still needs to check the facts.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A2CEC-4972-49BA-8E0E-42C69382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614FC-6AC5-42CA-BAA2-44AD5BF5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FCAF1-2108-4F52-BD40-E8C47848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CF450-66A9-48BE-9F6C-9658F710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F8A5F"/>
                </a:solidFill>
              </a:defRPr>
            </a:pPr>
            <a:r>
              <a:rPr sz="2250" b="1" i="0">
                <a:solidFill>
                  <a:srgbClr val="0F8A5F"/>
                </a:solidFill>
              </a:rPr>
              <a:t>What AI helps with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3E530-CADB-4C9A-ACA6-B902BB6E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4FB0B-7470-4613-962A-385FDAA6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57550"/>
            <a:ext cx="348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Explaining stock terms in plain language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CBE2F-A4FF-45A8-BDE6-FF37ACCA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943D2-C739-4BA2-B4EB-6953A012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348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Summarizing what a price move might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E5504-DEAA-4489-B037-7AF71022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E25E9-C477-4AA8-B708-9ACC4F27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348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Giving pros and cons for a user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18886-9193-475A-B14C-A34251ED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80D65-65F6-45F1-997E-7E4927BE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289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2410C"/>
                </a:solidFill>
              </a:defRPr>
            </a:pPr>
            <a:r>
              <a:rPr sz="2250" b="1" i="0">
                <a:solidFill>
                  <a:srgbClr val="C2410C"/>
                </a:solidFill>
              </a:rPr>
              <a:t>What AI cannot replace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C07F9-BDE1-4028-BACB-F1690D88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364BC-3503-488F-B815-442183D6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57550"/>
            <a:ext cx="348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Current data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55DFC-2123-4664-A8A1-696FB0AF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BD394-C393-4476-A591-A4C66E1F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71900"/>
            <a:ext cx="348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Personal financial judgment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68F36-00D8-4C80-B190-89BA4724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8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985AD-074D-4E67-9A9F-24A05960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86250"/>
            <a:ext cx="348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Professional investment advice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C306B-905D-4C9F-A2E9-7745EB3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86372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E1699-F1EB-44E5-92C1-9FD0260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The project has limits that are important to say clearly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7F864-0DEE-41D8-8B12-BEF9A098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Being honest about limits makes the project stronger, not weaker.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32105-1676-4B1F-8B22-8EDD1272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E5B92-7E34-4DE5-AD70-61DE468D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65D6F-0B8C-4957-8C40-C7B13215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0382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501B8-A701-4B7B-9EE8-529A8703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65F79-BDB9-4C24-8899-FEA8B8E0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2890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827"/>
                </a:solidFill>
              </a:defRPr>
            </a:pPr>
            <a:r>
              <a:rPr sz="1800" b="0" i="0">
                <a:solidFill>
                  <a:srgbClr val="111827"/>
                </a:solidFill>
              </a:rPr>
              <a:t>The dashboard is for learning and research practice, not financial advice.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6563B-53AA-43C6-B47B-74A2E13D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1191C-A559-401B-9B8A-E2B650E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813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827"/>
                </a:solidFill>
              </a:defRPr>
            </a:pPr>
            <a:r>
              <a:rPr sz="1800" b="0" i="0">
                <a:solidFill>
                  <a:srgbClr val="111827"/>
                </a:solidFill>
              </a:rPr>
              <a:t>Data updates depend on the local script and the user's EODHD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88254-DD15-40D4-9DD2-05756AAA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5738E-97F7-4835-B23A-39D6B5CF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827"/>
                </a:solidFill>
              </a:defRPr>
            </a:pPr>
            <a:r>
              <a:rPr sz="1800" b="0" i="0">
                <a:solidFill>
                  <a:srgbClr val="111827"/>
                </a:solidFill>
              </a:rPr>
              <a:t>Private tokens belong in .env and should not be uploaded to GitHub.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B7E9B-94B1-4EF6-B2CD-83A1891A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2D113-BD12-4B92-B615-F1D7B391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862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827"/>
                </a:solidFill>
              </a:defRPr>
            </a:pPr>
            <a:r>
              <a:rPr sz="1800" b="0" i="0">
                <a:solidFill>
                  <a:srgbClr val="111827"/>
                </a:solidFill>
              </a:rPr>
              <a:t>AI explanations can be useful, but they must be checked against real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4D4E0-2B5D-460E-936E-7A205ED2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483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827"/>
                </a:solidFill>
              </a:defRPr>
            </a:pPr>
            <a:r>
              <a:rPr sz="2025" b="1" i="0">
                <a:solidFill>
                  <a:srgbClr val="111827"/>
                </a:solidFill>
              </a:rPr>
              <a:t>The safest version is local-first: each user brings their own token and controls their own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39A0A-8672-4C55-98EF-118F64AD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53913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3E14B-52FB-4CDA-B4F0-20839AF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Next I would make the dashboard broader and more reliable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43870-EA11-49A6-A58C-874D158B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</a:defRPr>
            </a:pPr>
            <a:r>
              <a:rPr sz="1350" b="0" i="0">
                <a:solidFill>
                  <a:srgbClr val="4B5563"/>
                </a:solidFill>
              </a:rPr>
              <a:t>The current version proves the idea; future versions could make it easier for other people to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F5BBC-8201-4AF8-87C7-0A8E65B9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B7280"/>
                </a:solidFill>
              </a:defRPr>
            </a:pPr>
            <a:r>
              <a:rPr sz="1125" b="1" i="0">
                <a:solidFill>
                  <a:srgbClr val="6B7280"/>
                </a:solidFill>
              </a:rPr>
              <a:t>Stock Research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A9ADE-E5D3-440F-AB4B-3819EF26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BE1F3-3A27-41E5-850A-DCEBB72A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AFB60-49AA-4463-98C0-44116FF6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F8A5F"/>
                </a:solidFill>
              </a:defRPr>
            </a:pPr>
            <a:r>
              <a:rPr sz="2250" b="1" i="0">
                <a:solidFill>
                  <a:srgbClr val="0F8A5F"/>
                </a:solidFill>
              </a:rPr>
              <a:t>What I learned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38D48-FCB1-47F2-82D1-1793AC9D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5F17F-7444-467B-93C6-53079576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How JSON feeds a website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DF76F-B589-4E3E-83B8-C1852114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E2894-369F-456A-A3F1-C3DFCEDE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Why API keys need privacy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1E00F-AD93-4C83-A346-1C0D977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6CAE3-7791-45F6-BC19-9687B501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How HTML, CSS, JavaScript, and Python work together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D0BE1-9A68-444A-8988-4180A154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526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CA8C4-6D8F-4F32-BA4B-28457958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Future improvements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4957C-50B2-4CB1-BBF6-03216D1F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71CCD-416F-454E-8166-FE7AF040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Add more stocks and cleaner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34544-47E6-44C5-A22A-7042782A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59449-72CF-4C00-8851-4D741580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Use a secure backend for live AI/API calls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93186-FDB8-4AAE-B9C0-2024DC01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4B10E-B417-448C-8CA4-FA2860C1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2910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Add real news analysis and portfolio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2B48E-BC44-4CDF-AC9E-D0E8B5F2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Main takeaway: AI made the project faster, but research and fact-checking made it mine.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4DE2F-6ADD-4C0D-98C2-9BC03AA5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4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5965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2026-07-07T02:53:58.1230000Z</dcterms:created>
  <dcterms:modified xsi:type="dcterms:W3CDTF">2026-07-07T02:53:58.1230000Z</dcterms:modified>
</coreProperties>
</file>